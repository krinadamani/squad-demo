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notes: This is a demo of the Squad SDK pattern applied to product building.
The goal is to show a small AI team behaving like a real team — with role separation,
memory, and a shippable artifact at the end.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🏕️ camp-marketplace-squad</dc:title>
  <dc:subject>PptxGenJS Presentation</dc:subject>
  <dc:creator>Created by Marp</dc:creator>
  <cp:lastModifiedBy>Created by Marp</cp:lastModifiedBy>
  <cp:revision>1</cp:revision>
  <dcterms:created xsi:type="dcterms:W3CDTF">2026-05-18T17:10:31Z</dcterms:created>
  <dcterms:modified xsi:type="dcterms:W3CDTF">2026-05-18T17:10:31Z</dcterms:modified>
</cp:coreProperties>
</file>